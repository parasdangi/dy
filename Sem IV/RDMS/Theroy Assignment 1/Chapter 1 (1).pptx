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645E-9447-4244-8985-CA2EBD851E0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17637-89D0-49FB-99A0-31894697C45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645E-9447-4244-8985-CA2EBD851E0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17637-89D0-49FB-99A0-31894697C4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645E-9447-4244-8985-CA2EBD851E0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17637-89D0-49FB-99A0-31894697C45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645E-9447-4244-8985-CA2EBD851E0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17637-89D0-49FB-99A0-31894697C4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645E-9447-4244-8985-CA2EBD851E0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17637-89D0-49FB-99A0-31894697C4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645E-9447-4244-8985-CA2EBD851E0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17637-89D0-49FB-99A0-31894697C4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645E-9447-4244-8985-CA2EBD851E0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17637-89D0-49FB-99A0-31894697C4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645E-9447-4244-8985-CA2EBD851E0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17637-89D0-49FB-99A0-31894697C4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645E-9447-4244-8985-CA2EBD851E0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4B017637-89D0-49FB-99A0-31894697C45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645E-9447-4244-8985-CA2EBD851E0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17637-89D0-49FB-99A0-31894697C4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645E-9447-4244-8985-CA2EBD851E0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17637-89D0-49FB-99A0-31894697C4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7E0645E-9447-4244-8985-CA2EBD851E0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B017637-89D0-49FB-99A0-31894697C457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plsql/plsql_data_types.ht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Chapter 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 smtClean="0"/>
              <a:t>Introduction to PL/SQL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952822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475488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410200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PL/SQL stands for Procedural Language extensions to the Structured Query Language (SQL). SQL is a powerful language for both querying and updating data in relational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databases.</a:t>
            </a:r>
          </a:p>
          <a:p>
            <a:pPr marL="0" indent="0" algn="just">
              <a:buNone/>
            </a:pPr>
            <a:r>
              <a:rPr lang="en-US" sz="2400" dirty="0"/>
              <a:t>Features of PL/SQL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PL/SQL is tightly integrated with SQL.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offers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extensive error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checking mechanisms.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supports numerous </a:t>
            </a:r>
            <a:r>
              <a:rPr lang="en-US" dirty="0">
                <a:latin typeface="Times New Roman" pitchFamily="18" charset="0"/>
                <a:cs typeface="Times New Roman" pitchFamily="18" charset="0"/>
                <a:hlinkClick r:id="rId2"/>
              </a:rPr>
              <a:t>data types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for flexible data handling.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Includes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 variety of programming structures, such as loops and conditionals.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supports structured programming through functions and procedures.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supports object-oriented programming, enabling more complex data handling and manipulation.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897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8229600" cy="475488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Types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229600" cy="51816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Scalar Data Types: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marL="0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These represent single, indivisible values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include: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Numeric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Types: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NUMBER, INTEGER, PLS_INTEGER, BINARY_INTEGER, DECIMAL, FLOAT, REAL, DOUBLE PRECISION, etc. (e.g., NUMBER(5,2) for a number with 5 total digits and 2 decimal places).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Character Types: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CHAR, VARCHAR2, NCHAR, NVARCHAR2, LONG, RAW, etc. (e.g., VARCHAR2(100) for a variable-length string up to 100 characters).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Boolean Types: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BOOLEAN (stores TRUE, FALSE, or NULL).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Date/Time Types: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DATE, TIMESTAMP, TIMESTAMP WITH TIME ZONE, INTERVAL YEAR TO MONTH, INTERVAL DAY TO SECOND, etc.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887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55168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Declare Variables in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PL/SQL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0292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declare a variable in PL/SQL, use the 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DECLARE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keyword followed by the variable name and its data type. Optionally, you can also assign an initial value to the variable using the '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:='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operator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DECLARE</a:t>
            </a:r>
            <a:r>
              <a:rPr lang="en-US" sz="2400" dirty="0"/>
              <a:t> </a:t>
            </a:r>
            <a:endParaRPr lang="en-US" sz="2400" dirty="0" smtClean="0"/>
          </a:p>
          <a:p>
            <a:pPr marL="0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variable_name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datatype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:=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initial_value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lvl="1" fontAlgn="base"/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variable_name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 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the name of the variable.</a:t>
            </a:r>
          </a:p>
          <a:p>
            <a:pPr lvl="1" fontAlgn="base"/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datatype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 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It is the data type of the variable.</a:t>
            </a:r>
          </a:p>
          <a:p>
            <a:pPr lvl="1" fontAlgn="base"/>
            <a:r>
              <a:rPr lang="en-US" b="1" dirty="0">
                <a:latin typeface="Times New Roman" pitchFamily="18" charset="0"/>
                <a:cs typeface="Times New Roman" pitchFamily="18" charset="0"/>
              </a:rPr>
              <a:t>:=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initial_value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 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It is an optional assignment of an initial value to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variable.</a:t>
            </a:r>
          </a:p>
          <a:p>
            <a:pPr marL="393192" lvl="1" indent="0" fontAlgn="base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Example:</a:t>
            </a:r>
            <a:endParaRPr lang="en-US" sz="2200" dirty="0"/>
          </a:p>
          <a:p>
            <a:pPr marL="0" indent="0" algn="just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DECLARE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name VARCHAR(20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:=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‘Hello';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2663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551688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Structure of PL SQL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PL/SQL Introduction - GeeksforGee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905000"/>
            <a:ext cx="554736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2812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55168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Structure of PL SQL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76800"/>
          </a:xfrm>
        </p:spPr>
        <p:txBody>
          <a:bodyPr>
            <a:normAutofit lnSpcReduction="10000"/>
          </a:bodyPr>
          <a:lstStyle/>
          <a:p>
            <a:pPr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Declare section starts with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DECLARE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keyword in which variables, constants, records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be declared which stores data temporarily.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part of the code is optional.</a:t>
            </a:r>
          </a:p>
          <a:p>
            <a:pPr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Execution section starts with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BEGIN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and ends with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END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keyword. This is a mandatory section and here the program logic is written to perform any task like loops and conditional statements. It supports all DML commands, DDL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commands.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Exception section starts with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EXCEPTION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keyword. This section is optional which contains statements that are executed when a run-time error occurs. Any exceptions can be handled in this section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5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55168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Structure of PL SQL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389120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/>
              <a:t>DECLARE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   </a:t>
            </a:r>
            <a:r>
              <a:rPr lang="en-US" i="1" dirty="0" smtClean="0"/>
              <a:t>declaration </a:t>
            </a:r>
            <a:r>
              <a:rPr lang="en-US" i="1" dirty="0"/>
              <a:t>statements;</a:t>
            </a:r>
            <a:r>
              <a:rPr lang="en-US" dirty="0"/>
              <a:t/>
            </a:r>
            <a:br>
              <a:rPr lang="en-US" dirty="0"/>
            </a:br>
            <a:r>
              <a:rPr lang="en-US" b="1" i="1" dirty="0" smtClean="0"/>
              <a:t>BEGIN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   </a:t>
            </a:r>
            <a:r>
              <a:rPr lang="en-US" i="1" dirty="0" smtClean="0"/>
              <a:t>executable statements</a:t>
            </a:r>
            <a:r>
              <a:rPr lang="en-US" dirty="0"/>
              <a:t/>
            </a:r>
            <a:br>
              <a:rPr lang="en-US" dirty="0"/>
            </a:br>
            <a:r>
              <a:rPr lang="en-US" b="1" i="1" dirty="0" smtClean="0"/>
              <a:t>EXCEPTIONS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   </a:t>
            </a:r>
            <a:r>
              <a:rPr lang="en-US" i="1" dirty="0" smtClean="0"/>
              <a:t>exception </a:t>
            </a:r>
            <a:r>
              <a:rPr lang="en-US" i="1" dirty="0"/>
              <a:t>handling </a:t>
            </a:r>
            <a:r>
              <a:rPr lang="en-US" i="1" dirty="0" smtClean="0"/>
              <a:t>statements</a:t>
            </a:r>
            <a:r>
              <a:rPr lang="en-US" dirty="0"/>
              <a:t/>
            </a:r>
            <a:br>
              <a:rPr lang="en-US" dirty="0"/>
            </a:br>
            <a:r>
              <a:rPr lang="en-US" b="1" i="1" dirty="0" smtClean="0"/>
              <a:t>END</a:t>
            </a:r>
            <a:r>
              <a:rPr lang="en-US" b="1" i="1" dirty="0"/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107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475488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Statement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 if statement allows you to execute one or more statements based on a condition. PL/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pgSQL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provides you with three forms of the if statements: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if then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if then else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if then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elsif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if-then statement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if condition then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statements;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if;</a:t>
            </a:r>
          </a:p>
        </p:txBody>
      </p:sp>
    </p:spTree>
    <p:extLst>
      <p:ext uri="{BB962C8B-B14F-4D97-AF65-F5344CB8AC3E}">
        <p14:creationId xmlns:p14="http://schemas.microsoft.com/office/powerpoint/2010/main" val="2236225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702" y="1371600"/>
            <a:ext cx="8229600" cy="51816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if-then-else statement</a:t>
            </a:r>
          </a:p>
          <a:p>
            <a:pPr marL="0" indent="0">
              <a:buNone/>
            </a:pPr>
            <a:r>
              <a:rPr lang="en-US" dirty="0" smtClean="0"/>
              <a:t>Syntax:</a:t>
            </a:r>
          </a:p>
          <a:p>
            <a:pPr marL="0" indent="0">
              <a:buNone/>
            </a:pPr>
            <a:r>
              <a:rPr lang="en-US" dirty="0" smtClean="0"/>
              <a:t>if </a:t>
            </a:r>
            <a:r>
              <a:rPr lang="en-US" dirty="0"/>
              <a:t>condition then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statements;</a:t>
            </a:r>
          </a:p>
          <a:p>
            <a:pPr marL="0" indent="0">
              <a:buNone/>
            </a:pPr>
            <a:r>
              <a:rPr lang="en-US" dirty="0" smtClean="0"/>
              <a:t>else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alternative-statements;</a:t>
            </a:r>
          </a:p>
          <a:p>
            <a:pPr marL="0" indent="0">
              <a:buNone/>
            </a:pPr>
            <a:r>
              <a:rPr lang="en-US" dirty="0"/>
              <a:t>e</a:t>
            </a:r>
            <a:r>
              <a:rPr lang="en-US" dirty="0" smtClean="0"/>
              <a:t>nd </a:t>
            </a:r>
            <a:r>
              <a:rPr lang="en-US" dirty="0"/>
              <a:t>if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r>
              <a:rPr lang="en-US" b="1" dirty="0"/>
              <a:t>if-then-</a:t>
            </a:r>
            <a:r>
              <a:rPr lang="en-US" b="1" dirty="0" err="1"/>
              <a:t>elsif</a:t>
            </a:r>
            <a:r>
              <a:rPr lang="en-US" b="1" dirty="0"/>
              <a:t> Statement</a:t>
            </a:r>
          </a:p>
          <a:p>
            <a:pPr marL="0" indent="0">
              <a:buNone/>
            </a:pPr>
            <a:r>
              <a:rPr lang="en-US" dirty="0"/>
              <a:t>if condition_1 then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statement_1;</a:t>
            </a:r>
          </a:p>
          <a:p>
            <a:pPr marL="0" indent="0">
              <a:buNone/>
            </a:pPr>
            <a:r>
              <a:rPr lang="en-US" dirty="0" err="1" smtClean="0"/>
              <a:t>elsif</a:t>
            </a:r>
            <a:r>
              <a:rPr lang="en-US" dirty="0" smtClean="0"/>
              <a:t> </a:t>
            </a:r>
            <a:r>
              <a:rPr lang="en-US" dirty="0"/>
              <a:t>condition_2 </a:t>
            </a:r>
            <a:r>
              <a:rPr lang="en-US" dirty="0" smtClean="0"/>
              <a:t>then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statement_2...</a:t>
            </a:r>
          </a:p>
          <a:p>
            <a:pPr marL="0" indent="0">
              <a:buNone/>
            </a:pPr>
            <a:r>
              <a:rPr lang="en-US" dirty="0" err="1" smtClean="0"/>
              <a:t>elsif</a:t>
            </a:r>
            <a:r>
              <a:rPr lang="en-US" dirty="0" smtClean="0"/>
              <a:t> </a:t>
            </a:r>
            <a:r>
              <a:rPr lang="en-US" dirty="0" err="1"/>
              <a:t>condition_n</a:t>
            </a:r>
            <a:r>
              <a:rPr lang="en-US" dirty="0"/>
              <a:t> then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statement_n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r>
              <a:rPr lang="en-US" dirty="0" smtClean="0"/>
              <a:t>else </a:t>
            </a:r>
          </a:p>
          <a:p>
            <a:pPr marL="0" indent="0">
              <a:buNone/>
            </a:pPr>
            <a:r>
              <a:rPr lang="en-US" dirty="0" smtClean="0"/>
              <a:t>    else-statement;</a:t>
            </a:r>
          </a:p>
          <a:p>
            <a:pPr marL="0" indent="0">
              <a:buNone/>
            </a:pPr>
            <a:r>
              <a:rPr lang="en-US" dirty="0" smtClean="0"/>
              <a:t>end </a:t>
            </a:r>
            <a:r>
              <a:rPr lang="en-US" dirty="0"/>
              <a:t>if;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762000"/>
            <a:ext cx="8229600" cy="475488"/>
          </a:xfrm>
          <a:prstGeom prst="rect">
            <a:avLst/>
          </a:prstGeom>
        </p:spPr>
        <p:txBody>
          <a:bodyPr vert="horz" lIns="0" rIns="0" bIns="0" anchor="b">
            <a:normAutofit fontScale="90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smtClean="0">
                <a:latin typeface="Times New Roman" pitchFamily="18" charset="0"/>
                <a:cs typeface="Times New Roman" pitchFamily="18" charset="0"/>
              </a:rPr>
              <a:t>IF Statement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960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229600" cy="475488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Loop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38912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Syntax:</a:t>
            </a:r>
          </a:p>
          <a:p>
            <a:pPr marL="0" indent="0">
              <a:buNone/>
            </a:pPr>
            <a:r>
              <a:rPr lang="en-US" dirty="0"/>
              <a:t>FOR counter IN [REVERSE] </a:t>
            </a:r>
            <a:r>
              <a:rPr lang="en-US" dirty="0" err="1"/>
              <a:t>start..end</a:t>
            </a:r>
            <a:r>
              <a:rPr lang="en-US" dirty="0"/>
              <a:t> LOOP</a:t>
            </a:r>
          </a:p>
          <a:p>
            <a:pPr marL="0" indent="0">
              <a:buNone/>
            </a:pPr>
            <a:r>
              <a:rPr lang="en-US" dirty="0"/>
              <a:t>    -- statements</a:t>
            </a:r>
          </a:p>
          <a:p>
            <a:pPr marL="0" indent="0">
              <a:buNone/>
            </a:pPr>
            <a:r>
              <a:rPr lang="en-US"/>
              <a:t>END LOOP</a:t>
            </a:r>
            <a:r>
              <a:rPr lang="en-US" smtClean="0"/>
              <a:t>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680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75488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while loop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statement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38912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Syntax</a:t>
            </a:r>
          </a:p>
          <a:p>
            <a:pPr marL="0" indent="0">
              <a:buNone/>
            </a:pPr>
            <a:r>
              <a:rPr lang="en-US" dirty="0"/>
              <a:t>while condition loop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statements;</a:t>
            </a:r>
          </a:p>
          <a:p>
            <a:pPr marL="0" indent="0">
              <a:buNone/>
            </a:pPr>
            <a:r>
              <a:rPr lang="en-US" dirty="0" smtClean="0"/>
              <a:t>end </a:t>
            </a:r>
            <a:r>
              <a:rPr lang="en-US" dirty="0"/>
              <a:t>loop;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828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843</TotalTime>
  <Words>173</Words>
  <Application>Microsoft Office PowerPoint</Application>
  <PresentationFormat>On-screen Show (4:3)</PresentationFormat>
  <Paragraphs>72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Flow</vt:lpstr>
      <vt:lpstr>Chapter 1</vt:lpstr>
      <vt:lpstr>Introduction</vt:lpstr>
      <vt:lpstr>Data Types</vt:lpstr>
      <vt:lpstr>Declare Variables in PL/SQL</vt:lpstr>
      <vt:lpstr>Structure of PL SQL</vt:lpstr>
      <vt:lpstr>Structure of PL SQL</vt:lpstr>
      <vt:lpstr>Structure of PL SQL</vt:lpstr>
      <vt:lpstr>IF Statement</vt:lpstr>
      <vt:lpstr>PowerPoint Presentation</vt:lpstr>
      <vt:lpstr>For Loop</vt:lpstr>
      <vt:lpstr>while loop statement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Animation-16</dc:creator>
  <cp:lastModifiedBy>Animation-16</cp:lastModifiedBy>
  <cp:revision>43</cp:revision>
  <dcterms:created xsi:type="dcterms:W3CDTF">2025-11-07T04:10:27Z</dcterms:created>
  <dcterms:modified xsi:type="dcterms:W3CDTF">2025-11-12T12:01:53Z</dcterms:modified>
</cp:coreProperties>
</file>