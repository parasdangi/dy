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9E94EBE-3919-4267-BE1E-0C12848DCE3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E7B9748-EF63-4FCF-8E60-AA1E9034174B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438400"/>
            <a:ext cx="7851648" cy="1828800"/>
          </a:xfrm>
        </p:spPr>
        <p:txBody>
          <a:bodyPr/>
          <a:lstStyle/>
          <a:p>
            <a:r>
              <a:rPr lang="en-US" dirty="0"/>
              <a:t>Transaction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4149168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Concurrency is the ability of a database to allow a multiple users to affect multiple transaction.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Concurrency problem: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93785" y="685800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The problems associated with concurrently executing transactions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7" y="3886200"/>
            <a:ext cx="8382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0856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The problems associated with concurrently executing transactions</a:t>
            </a:r>
          </a:p>
        </p:txBody>
      </p:sp>
      <p:pic>
        <p:nvPicPr>
          <p:cNvPr id="1026" name="Picture 2" descr="Concurrency Problems | DBMS | Gate Vidyal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88" y="2438400"/>
            <a:ext cx="7305690" cy="323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76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Dirty Read Problem: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1600200"/>
            <a:ext cx="8831262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962400"/>
            <a:ext cx="4629150" cy="2792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790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354594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7620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mtClean="0">
                <a:latin typeface="Times New Roman" pitchFamily="18" charset="0"/>
                <a:cs typeface="Times New Roman" pitchFamily="18" charset="0"/>
              </a:rPr>
              <a:t>Dirty Read Problem: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28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Unrepeated Read Problem: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539163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81200"/>
            <a:ext cx="5181600" cy="236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4191000"/>
            <a:ext cx="7632699" cy="25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178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Lost Update Problem: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507412" cy="5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730462"/>
            <a:ext cx="3967163" cy="244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3682066"/>
            <a:ext cx="6172200" cy="3175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436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Phantom Read Problem: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229600" cy="616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286000"/>
            <a:ext cx="7863638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09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Schedule?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3891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schedule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 a sequence that defines the execution order of operations for one or more concurrent transactions.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47800" y="2286000"/>
            <a:ext cx="62484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4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Serial Schedule: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391400" cy="10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514600"/>
            <a:ext cx="362409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953000"/>
            <a:ext cx="652621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1465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6858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smtClean="0">
                <a:latin typeface="Times New Roman" pitchFamily="18" charset="0"/>
                <a:cs typeface="Times New Roman" pitchFamily="18" charset="0"/>
              </a:rPr>
              <a:t>Serial Schedule: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71600"/>
            <a:ext cx="3581400" cy="2808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6" y="4343400"/>
            <a:ext cx="6592887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8875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229600" cy="475488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Non-Serial Schedule: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0" y="1295400"/>
            <a:ext cx="75438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581" y="2371725"/>
            <a:ext cx="3424237" cy="282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45" y="5230707"/>
            <a:ext cx="5229225" cy="143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709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1000" y="914400"/>
            <a:ext cx="8229600" cy="475488"/>
          </a:xfrm>
          <a:prstGeom prst="rect">
            <a:avLst/>
          </a:prstGeom>
        </p:spPr>
        <p:txBody>
          <a:bodyPr vert="horz" lIns="0" rIns="0" bIns="0" anchor="b">
            <a:normAutofit fontScale="900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Non-Serial Schedule: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752599"/>
            <a:ext cx="2819400" cy="25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495800"/>
            <a:ext cx="5267325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2353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Serializability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7924800" cy="876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67000"/>
            <a:ext cx="348996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70" y="3276600"/>
            <a:ext cx="8126413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3829050"/>
            <a:ext cx="7564557" cy="2935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649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Types of Serializability: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05745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32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Conflict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04" y="1752600"/>
            <a:ext cx="7830643" cy="59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51" y="2590800"/>
            <a:ext cx="7812087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5116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9144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Conflict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18" y="1676400"/>
            <a:ext cx="8335963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870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9144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Conflict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6459537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7018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9144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Conflict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7183437" cy="2686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96" y="4033837"/>
            <a:ext cx="54959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1651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23" y="1676399"/>
            <a:ext cx="6643777" cy="4363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9144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Conflict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Serializable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59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06" y="609600"/>
            <a:ext cx="8229600" cy="55168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2" y="4258394"/>
            <a:ext cx="8393113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71" y="1066800"/>
            <a:ext cx="8221663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6984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199"/>
            <a:ext cx="6781800" cy="443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69346" y="7620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83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69346" y="7620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Example 2: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99" y="1524000"/>
            <a:ext cx="6253163" cy="4888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8370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69346" y="762000"/>
            <a:ext cx="8229600" cy="55168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Example 2: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2" y="1524000"/>
            <a:ext cx="7697787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743199"/>
            <a:ext cx="3706806" cy="2377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724400"/>
            <a:ext cx="4957763" cy="2030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1698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6411913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1839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38200"/>
            <a:ext cx="4876800" cy="209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45960"/>
            <a:ext cx="31623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133993"/>
            <a:ext cx="32766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760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25" y="1052513"/>
            <a:ext cx="5745163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1890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937349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953000"/>
            <a:ext cx="405765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9529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103</TotalTime>
  <Words>103</Words>
  <Application>Microsoft Office PowerPoint</Application>
  <PresentationFormat>On-screen Show (4:3)</PresentationFormat>
  <Paragraphs>28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Flow</vt:lpstr>
      <vt:lpstr>Transaction Management</vt:lpstr>
      <vt:lpstr>PowerPoint Presentation</vt:lpstr>
      <vt:lpstr>The problems associated with concurrently executing transactions</vt:lpstr>
      <vt:lpstr>Dirty Read Problem:</vt:lpstr>
      <vt:lpstr>PowerPoint Presentation</vt:lpstr>
      <vt:lpstr>Unrepeated Read Problem:</vt:lpstr>
      <vt:lpstr>Lost Update Problem:</vt:lpstr>
      <vt:lpstr>Phantom Read Problem:</vt:lpstr>
      <vt:lpstr>What is Schedule?</vt:lpstr>
      <vt:lpstr>Serial Schedule:</vt:lpstr>
      <vt:lpstr>PowerPoint Presentation</vt:lpstr>
      <vt:lpstr>Non-Serial Schedule:</vt:lpstr>
      <vt:lpstr>PowerPoint Presentation</vt:lpstr>
      <vt:lpstr>Serializability</vt:lpstr>
      <vt:lpstr>Types of Serializability:</vt:lpstr>
      <vt:lpstr>Conflict Serializable:</vt:lpstr>
      <vt:lpstr>PowerPoint Presentation</vt:lpstr>
      <vt:lpstr>PowerPoint Presentation</vt:lpstr>
      <vt:lpstr>PowerPoint Presentation</vt:lpstr>
      <vt:lpstr>PowerPoint Presentation</vt:lpstr>
      <vt:lpstr>Example: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</dc:title>
  <dc:creator>Animation-16</dc:creator>
  <cp:lastModifiedBy>Animation-16</cp:lastModifiedBy>
  <cp:revision>56</cp:revision>
  <dcterms:created xsi:type="dcterms:W3CDTF">2026-01-02T05:50:57Z</dcterms:created>
  <dcterms:modified xsi:type="dcterms:W3CDTF">2026-01-06T04:01:09Z</dcterms:modified>
</cp:coreProperties>
</file>